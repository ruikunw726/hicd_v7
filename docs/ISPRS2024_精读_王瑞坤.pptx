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组会精读；突出马磊关心的关系建模与任务设定。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问题页埋下与战争场景差异，后面重点展开。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总图之后立刻点出：图建在哪一层。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MPANet从简，一笔带过即可。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本页只展示论文Fig.3，口头一句话即可，不展开原文。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SDI是重点页：肯定GCN价值，同时指出与我们标签图GNN的差别。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这页是给马磊的：图关系、任务边界、稀疏、输出形态、讨论题。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数据从简。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结果之后立刻加边界提醒，服务马磊讨论。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用原表原图；口头强调SDI。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收尾三句话对齐马磊关注点。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1800000"/>
            <a:ext cx="8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文献精读 · 组会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0000" y="2300000"/>
            <a:ext cx="85000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HGINet：层级语义图交互网络
用于高分辨率遥感语义变化检测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000" y="3600000"/>
            <a:ext cx="8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Long et al., ISPRS J. Photogramm. Remote Sens.,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" y="4200000"/>
            <a:ext cx="8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汇报人：王瑞坤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4700000"/>
            <a:ext cx="8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重点：图建模关系 — 和我们战争场景变化检测的接口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要解决什么问题？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1000000"/>
            <a:ext cx="8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SCD：定位「哪里变」+ 判断「变成什么」。作者认为关键不在堆网络，而在建模关系。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000" y="1600000"/>
            <a:ext cx="4000000" cy="2100000"/>
          </a:xfrm>
          <a:prstGeom prst="roundRect">
            <a:avLst>
              <a:gd name="adj" fmla="val 8000"/>
            </a:avLst>
          </a:prstGeom>
          <a:solidFill>
            <a:srgbClr val="FBEBE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000" y="1650000"/>
            <a:ext cx="38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1920000"/>
            <a:ext cx="380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变化区域小、背景占主导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复杂场景易假变化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双时相关系常被忽略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0000" y="1600000"/>
            <a:ext cx="4150000" cy="210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0D7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00" y="1650000"/>
            <a:ext cx="39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737A"/>
                </a:solidFill>
                <a:latin typeface="微软雅黑"/>
                <a:ea typeface="微软雅黑"/>
                <a:cs typeface="微软雅黑"/>
              </a:rPr>
              <a:t>三步思路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0" y="1920000"/>
            <a:ext cx="395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MPANet 提特征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TC 稳住未变化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SDI 用 GCN 做交互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" y="4000000"/>
            <a:ext cx="85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和我们场景的对照（先记下）：</a:t>
            </a:r>
            <a:r>
              <a:rPr sz="14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
他们是城市地表 from→to；我们是特殊目标 + 损毁状态，且目标更稀疏、更不均衡。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方法总览（论文 Fig.1）</a:t>
            </a:r>
          </a:p>
        </p:txBody>
      </p:sp>
      <p:pic>
        <p:nvPicPr>
          <p:cNvPr id="6" name="Picture 5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50000"/>
            <a:ext cx="8500000" cy="2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3850000"/>
            <a:ext cx="8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Fig.1  MPANet → TC → SDI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" y="4200000"/>
            <a:ext cx="85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老师可能关心的一点：</a:t>
            </a:r>
            <a:r>
              <a:rPr sz="15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
这里的「图」建在特征层交互上，不是建在目标/标签关系上——后面会展开。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模块① MPANet：特征提取（Fig.2）</a:t>
            </a:r>
          </a:p>
        </p:txBody>
      </p:sp>
      <p:pic>
        <p:nvPicPr>
          <p:cNvPr id="6" name="Picture 5" descr="fig2_mp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00000"/>
            <a:ext cx="5400000" cy="44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5400000"/>
            <a:ext cx="54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Fig.2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00000" y="1000000"/>
            <a:ext cx="3050000" cy="25000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0000" y="1050000"/>
            <a:ext cx="28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一句话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0000" y="1320000"/>
            <a:ext cx="2850000" cy="2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多尺度 Transformer 特征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远程+近程上下文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边界细节 refine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0000" y="3700000"/>
            <a:ext cx="305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对战争场景：
线状目标（跑道等）或可借条带注意力思路。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模块② TC：时序相关（Fig.3）</a:t>
            </a:r>
          </a:p>
        </p:txBody>
      </p:sp>
      <p:pic>
        <p:nvPicPr>
          <p:cNvPr id="6" name="Picture 5" descr="fig3_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100000"/>
            <a:ext cx="8000000" cy="4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5600000"/>
            <a:ext cx="85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Fig.3  双时相交叉注意力：让「没变」的区域特征更一致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模块③ SDI：图卷积交互（Fig.4）★ 老师可能最关心</a:t>
            </a:r>
          </a:p>
        </p:txBody>
      </p:sp>
      <p:pic>
        <p:nvPicPr>
          <p:cNvPr id="6" name="Picture 5" descr="fig4_s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00000"/>
            <a:ext cx="8500000" cy="33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4250000"/>
            <a:ext cx="85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Fig.4  多层特征 → 图节点 → GCN 交互 → 变化特征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000" y="4550000"/>
            <a:ext cx="4000000" cy="2000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" y="4600000"/>
            <a:ext cx="38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微软雅黑"/>
                <a:ea typeface="微软雅黑"/>
                <a:cs typeface="微软雅黑"/>
              </a:rPr>
              <a:t>为什么可能感兴趣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4870000"/>
            <a:ext cx="3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图适合不规则/多层关系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消融显示 SDI 增益最大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「关系建模」有学术抓手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0000" y="4550000"/>
            <a:ext cx="4150000" cy="2000000"/>
          </a:xfrm>
          <a:prstGeom prst="roundRect">
            <a:avLst>
              <a:gd name="adj" fmla="val 8000"/>
            </a:avLst>
          </a:prstGeom>
          <a:solidFill>
            <a:srgbClr val="FBEBE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00" y="4600000"/>
            <a:ext cx="39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要追问的差异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4870000"/>
            <a:ext cx="395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图在特征层，不在标签层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from→to ≠ 目标×状态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没有实例清单/可清点输出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这篇文章里，老师可能感兴趣的点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000" y="1000000"/>
            <a:ext cx="2700000" cy="3000000"/>
          </a:xfrm>
          <a:prstGeom prst="roundRect">
            <a:avLst>
              <a:gd name="adj" fmla="val 8000"/>
            </a:avLst>
          </a:prstGeom>
          <a:solidFill>
            <a:srgbClr val="F3E8F3"/>
          </a:solidFill>
          <a:ln w="12700">
            <a:solidFill>
              <a:srgbClr val="6E0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1050000"/>
            <a:ext cx="25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① 图 / 关系建模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" y="1320000"/>
            <a:ext cx="2500000" cy="2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GCN 处理不规则结构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与我们 GNN 标签空间同属「关系」路线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可讨论：关系放特征还是放标签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50000" y="1000000"/>
            <a:ext cx="2700000" cy="30000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0000" y="1050000"/>
            <a:ext cx="25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任务设定边界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0000" y="1320000"/>
            <a:ext cx="2500000" cy="2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标准 SCD：地类 from→to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战争场景：特殊目标+损毁态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方法可借鉴，任务不能照搬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0000" y="1000000"/>
            <a:ext cx="2900000" cy="300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0D7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0000" y="1050000"/>
            <a:ext cx="27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737A"/>
                </a:solidFill>
                <a:latin typeface="微软雅黑"/>
                <a:ea typeface="微软雅黑"/>
                <a:cs typeface="微软雅黑"/>
              </a:rPr>
              <a:t>③ 稀疏与未变化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1320000"/>
            <a:ext cx="2700000" cy="2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变化少、背景多是共同现实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TC 强化未变化有启发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我们长尾更极端（弹坑等）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00" y="4200000"/>
            <a:ext cx="4000000" cy="2200000"/>
          </a:xfrm>
          <a:prstGeom prst="roundRect">
            <a:avLst>
              <a:gd name="adj" fmla="val 8000"/>
            </a:avLst>
          </a:prstGeom>
          <a:solidFill>
            <a:srgbClr val="FBEBE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000" y="4250000"/>
            <a:ext cx="38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④ 输出形态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00" y="4520000"/>
            <a:ext cx="3800000" cy="1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本文：分割/变化图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应用制图还需要：目标清点、状态统计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实例级/清单式输出是缺口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0000" y="4200000"/>
            <a:ext cx="4150000" cy="2200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00" y="4250000"/>
            <a:ext cx="39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微软雅黑"/>
                <a:ea typeface="微软雅黑"/>
                <a:cs typeface="微软雅黑"/>
              </a:rPr>
              <a:t>⑤ 组会可讨论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00" y="4520000"/>
            <a:ext cx="3950000" cy="1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弹坑/战壕：单点还是成群区域？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统一框架 vs 分目标不同方法？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样本与结构，战争场景谁更关键？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数据与指标（Fig.5）</a:t>
            </a:r>
          </a:p>
        </p:txBody>
      </p:sp>
      <p:pic>
        <p:nvPicPr>
          <p:cNvPr id="6" name="Picture 5" descr="fig5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50000"/>
            <a:ext cx="8500000" cy="32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4250000"/>
            <a:ext cx="85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Fig.5  福州 / 厦门双时相样例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000" y="4550000"/>
            <a:ext cx="4000000" cy="17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" y="4600000"/>
            <a:ext cx="38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4870000"/>
            <a:ext cx="3800000" cy="1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SECOND、HRSCD + 福州、厦门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指标 mIoU / SeK / F1scd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000" y="4650000"/>
            <a:ext cx="41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公开集标签噪声大——
与我们「标注质量参差」是同类问题。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效果（主结果）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80000" y="1000000"/>
            <a:ext cx="5200000" cy="3000000"/>
          </a:xfrm>
          <a:prstGeom prst="rect">
            <a:avLst/>
          </a:prstGeom>
          <a:solidFill>
            <a:srgbClr val="F7F7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000" y="740000"/>
            <a:ext cx="52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F1scd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00" y="2356792"/>
            <a:ext cx="650000" cy="1463208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000" y="2146792"/>
            <a:ext cx="7700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59.48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00" y="4020000"/>
            <a:ext cx="13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SECOND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0" y="2242648"/>
            <a:ext cx="650000" cy="1577352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5000" y="2032648"/>
            <a:ext cx="7700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64.12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0000" y="4020000"/>
            <a:ext cx="13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HRSCD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5000" y="2234530"/>
            <a:ext cx="650000" cy="158547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000" y="2024530"/>
            <a:ext cx="7700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64.45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4020000"/>
            <a:ext cx="13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Fuzhou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5000" y="1730722"/>
            <a:ext cx="650000" cy="2089278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5000" y="1520722"/>
            <a:ext cx="7700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84.93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0000" y="4020000"/>
            <a:ext cx="13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Xiamen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00000" y="1000000"/>
            <a:ext cx="3050000" cy="30000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0000" y="1050000"/>
            <a:ext cx="28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读结果时想到的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0000" y="1320000"/>
            <a:ext cx="2850000" cy="2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九基线中总体领先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厦门高 ≠ 任务简单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复杂集上更有说服力</a:t>
            </a:r>
          </a:p>
          <a:p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但仍是 from→to 任务成绩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" y="4500000"/>
            <a:ext cx="8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提醒：这套指标证明的是「城市语义变化」做得好，不能直接外推到战争特殊目标。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消融：论文原表 + 原图</a:t>
            </a:r>
          </a:p>
        </p:txBody>
      </p:sp>
      <p:pic>
        <p:nvPicPr>
          <p:cNvPr id="6" name="Picture 5" descr="table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0" y="900000"/>
            <a:ext cx="7200000" cy="19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0000" y="2850000"/>
            <a:ext cx="72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Table 2  完整模型 F1scd 59.48；SDI 单独增益最明显</a:t>
            </a:r>
          </a:p>
        </p:txBody>
      </p:sp>
      <p:pic>
        <p:nvPicPr>
          <p:cNvPr id="8" name="Picture 7" descr="fig6_ablation_q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00" y="3150000"/>
            <a:ext cx="7000000" cy="24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0000" y="5600000"/>
            <a:ext cx="8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Fig.6  定性对比：加模块后边界与类别更接近真值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0000" y="80000"/>
            <a:ext cx="16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00000" y="7000000"/>
            <a:ext cx="5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000" y="420000"/>
            <a:ext cx="8500000" cy="14000"/>
          </a:xfrm>
          <a:prstGeom prst="rect">
            <a:avLst/>
          </a:prstGeom>
          <a:solidFill>
            <a:srgbClr val="6E0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520000"/>
            <a:ext cx="85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小结与文献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000" y="1000000"/>
            <a:ext cx="4000000" cy="2400000"/>
          </a:xfrm>
          <a:prstGeom prst="roundRect">
            <a:avLst>
              <a:gd name="adj" fmla="val 8000"/>
            </a:avLst>
          </a:prstGeom>
          <a:solidFill>
            <a:srgbClr val="F3E8F3"/>
          </a:solidFill>
          <a:ln w="12700">
            <a:solidFill>
              <a:srgbClr val="6E0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1050000"/>
            <a:ext cx="380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三句话带走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" y="1320000"/>
            <a:ext cx="3800000" cy="2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关系建模有价值（图/时序）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但任务设定是城市 from→to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战争场景还要目标×状态+可清点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0000" y="1000000"/>
            <a:ext cx="4150000" cy="24000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00" y="1050000"/>
            <a:ext cx="3950000" cy="2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微软雅黑"/>
                <a:ea typeface="微软雅黑"/>
                <a:cs typeface="微软雅黑"/>
              </a:rPr>
              <a:t>建议讨论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0" y="1320000"/>
            <a:ext cx="3950000" cy="2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图：特征层 vs 标签层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稀有特殊目标如何检测</a:t>
            </a:r>
          </a:p>
          <a:p>
            <a:r>
              <a:rPr sz="13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• 统一框架是否必要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0" y="3700000"/>
            <a:ext cx="85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Long et al., 2024. ISPRS J. 211, 318–335.
DOI: 10.1016/j.isprsjprs.2024.04.012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" y="5200000"/>
            <a:ext cx="8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E0F6D"/>
                </a:solidFill>
                <a:latin typeface="微软雅黑"/>
                <a:ea typeface="微软雅黑"/>
                <a:cs typeface="微软雅黑"/>
              </a:rPr>
              <a:t>谢谢，请老师批评指正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